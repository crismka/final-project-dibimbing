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Comfortaa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Comfortaa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Comforta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9f93926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9f93926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9f939267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9f939267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9f9392670_1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9f9392670_1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9f9392670_1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9f9392670_1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9f9392670_1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9f9392670_1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9f9392670_1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9f9392670_1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aacaef76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aacaef76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a7e57543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a7e57543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aacaef7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aacaef7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a7e57543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a7e57543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aacaef76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aacaef76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aacaef76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aacaef76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a500e4a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fa500e4a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datasets/jealousleopard/goodreadsbook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612900" y="1292100"/>
            <a:ext cx="7777500" cy="143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7049"/>
              <a:buNone/>
            </a:pPr>
            <a:r>
              <a:rPr b="0" lang="en" sz="3659">
                <a:latin typeface="Comfortaa"/>
                <a:ea typeface="Comfortaa"/>
                <a:cs typeface="Comfortaa"/>
                <a:sym typeface="Comfortaa"/>
              </a:rPr>
              <a:t>Goodreads Data Analysis </a:t>
            </a:r>
            <a:endParaRPr b="0" sz="3659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7049"/>
              <a:buNone/>
            </a:pPr>
            <a:r>
              <a:rPr b="0" lang="en" sz="3659">
                <a:latin typeface="Comfortaa"/>
                <a:ea typeface="Comfortaa"/>
                <a:cs typeface="Comfortaa"/>
                <a:sym typeface="Comfortaa"/>
              </a:rPr>
              <a:t>using </a:t>
            </a:r>
            <a:r>
              <a:rPr b="0" lang="en" sz="3659">
                <a:latin typeface="Comfortaa"/>
                <a:ea typeface="Comfortaa"/>
                <a:cs typeface="Comfortaa"/>
                <a:sym typeface="Comfortaa"/>
              </a:rPr>
              <a:t>Spark, Airflow, and Docker</a:t>
            </a:r>
            <a:endParaRPr b="0" sz="3659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Mariana Kambey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Outline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4112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rabi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Overview Project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AutoNum type="arabicPeriod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Main Project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286350" y="142755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Overview Project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187450" y="1551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Comfortaa"/>
                <a:ea typeface="Comfortaa"/>
                <a:cs typeface="Comfortaa"/>
                <a:sym typeface="Comfortaa"/>
              </a:rPr>
              <a:t>Overview</a:t>
            </a:r>
            <a:endParaRPr b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6900" y="920400"/>
            <a:ext cx="3720300" cy="40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Project Title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: Goodreads Data Analysis using Spark, Airflow, and Docker.</a:t>
            </a:r>
            <a:b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Project Goal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: To efficiently process Goodreads data to uncover meaningful insights and gives actionable recommendations to various stakeholders.</a:t>
            </a:r>
            <a:b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Analysis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: Top-rated books per year, Most-reviewed books per year, Most-rated books per year. Correlation between Average Rating and Number of Pages and Correlation between Average Rating and Publication Year.</a:t>
            </a:r>
            <a:b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b="1" sz="1200"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934550" y="499800"/>
            <a:ext cx="4773600" cy="40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Outcomes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: 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project has successfully implemented Docker, Apache Airflow, Apache Spark to process the Goodreads data efficiently.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Based on the Analysis the outcomes are : </a:t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 Generate valuable insights into reading trends,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i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ncluding the most reviewed books, top rated books, most rated books.</a:t>
            </a:r>
            <a:b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-The project enhances the reading experience for users, helping readers discover books aligned with readers preferences.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-The analysis offers actionable recommendations for authors and publishers, helping them understand audience preferences and market dynamics.</a:t>
            </a:r>
            <a:b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Technologies Used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: Docker for containerized architecture, Apache Airflow for data workflow orchestration and Apache Spark for processing the Goodreads data. 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220600" y="13946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Main Project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3434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rabicPeriod"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Project Background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Project Title</a:t>
            </a:r>
            <a:r>
              <a:rPr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: </a:t>
            </a:r>
            <a:r>
              <a:rPr b="1"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Goodreads Data Analysis using Spark, Airflow, and Docker</a:t>
            </a:r>
            <a:r>
              <a:rPr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br>
              <a:rPr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5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2307"/>
              <a:buFont typeface="Comfortaa"/>
              <a:buChar char="●"/>
            </a:pPr>
            <a:r>
              <a:rPr b="1"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purpose of this project is to efficiently process Goodreads data to uncover meaningful insights  and gives actionable recommendations to various stakeholders.</a:t>
            </a:r>
            <a:br>
              <a:rPr lang="en" sz="5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5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br>
              <a:rPr lang="en" sz="48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sz="48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15950" y="2296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2. Problem Statement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273350" y="1061300"/>
            <a:ext cx="8520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This project addresses the challenge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 of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efficiently processing Goodreads data to uncover meaningful insights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 and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actionable recommendations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To achieve this, It is necessary to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implement a containerized architecture using Docker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,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Orchestration the data workflow with Apache Airflow,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 and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utilize Apache Spark for efficient data (Goodreads Data) processing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The project will focus on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calculating specific metrics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 to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derive insights from the data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gives actionable recommendations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 t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o various stakeholders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, including: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Top-rated books per year. 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Most-reviewed books per year.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Most-rated books per year.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Correlation Analysis, specifically: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- Correlation between Average Rating and Number of Pages.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- Correlation between Average Rating and Publication Year.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3. Data Platform Understanding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89950" y="1267250"/>
            <a:ext cx="85641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This project employs a robust containerized architecture using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Docker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, ensuring consistent deployment across environments and minimizing compatibility issues. 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The data workflow is orchestrated with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Apache Airflow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, which manages scheduling, monitoring, and execution of tasks in the processing pipeline.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Data Ingestion and Storage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: Data is sourced from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CSV 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files containing various book attributes from Goodreads. After extraction, it is processed and cleaned with Apache Spark, then stored in a </a:t>
            </a: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PostgreSQL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 database.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Orchestration with Airflow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: Apache Airflow, running in its own Docker container, schedules and manages the data pipeline, from extraction to storage. Its DAG structure clearly represents workflows and dependencies, enhancing maintainability and scalability.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-"/>
            </a:pPr>
            <a:r>
              <a:rPr b="1" lang="en" sz="1300">
                <a:latin typeface="Comfortaa"/>
                <a:ea typeface="Comfortaa"/>
                <a:cs typeface="Comfortaa"/>
                <a:sym typeface="Comfortaa"/>
              </a:rPr>
              <a:t>Data Processing with Spark</a:t>
            </a: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: Apache Spark is the core engine for efficiently processing and cleaning data. Its distributed computing capabilities enable parallel processing of large datasets.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112925" y="1353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4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. Data Understanding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195725" y="710400"/>
            <a:ext cx="3978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Goodreads book dataset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is sourced from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Kaggle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: (</a:t>
            </a:r>
            <a:r>
              <a:rPr lang="en" sz="12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https://www.kaggle.com/datasets/jealousleopard/goodreadsbooks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Size : 1.56 mb</a:t>
            </a:r>
            <a:br>
              <a:rPr lang="en" sz="12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Number of rows : 11127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Number of columns : 12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The dataset comprises various attributes related to books, sourced from Goodreads CSV files.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4257250" y="842700"/>
            <a:ext cx="4812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Key fields in the dataset include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: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BookID: Unique identifier for each book.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Title: The title of the book.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Authors: The authors of the book.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Average Rating: The average rating given by users.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ISBN : A 10-digit unique identifier for books.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ISBN13 : A 13-digit updated version of ISBN for global use.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Language Code : A standardized code indicating the book's language.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Number of Pages: The total pages in the book.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Ratings Count: The total number of ratings received.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Text Reviews Count: The number of text reviews provided by users.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Publication Date: The date the book was published.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Char char="-"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Publisher: The publisher of the book.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1988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5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. Project Architecture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325" y="2356600"/>
            <a:ext cx="4904181" cy="246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217000" y="1028200"/>
            <a:ext cx="778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The architecture includes :</a:t>
            </a:r>
            <a:br>
              <a:rPr lang="en" sz="12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Docker for containerized architecture.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Apache Airflow for data workflow orchestration.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Data Ingestion, loading the CSV file into Apache Spark.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P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rocessing the data using Apache Spark.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Data Output, writing the transformed data to PostgreSQL for storage.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28600" y="707388"/>
            <a:ext cx="85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The data processing pipeline was designed to handle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batch processing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. 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237175" y="3539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5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. Transformation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339575" y="1602550"/>
            <a:ext cx="7968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AutoNum type="arabicPeriod"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Drop irrelevant columns for analysis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such as isbn and isbn13.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AutoNum type="arabicPeriod"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Filtering invalid records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, such as those with non-numeric average_rating or missing ratings_count.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AutoNum type="arabicPeriod"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Creating new features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such as publication_year by extracting it from the publication_date column.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AutoNum type="arabicPeriod"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Standardizing string fields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( title, authors, and publisher) to ensure consistency and facilitate comparison.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The transformed data was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cached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then used for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various analyses,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such as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 calculating correlations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and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ranking books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.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339575" y="1017550"/>
            <a:ext cx="858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Apache Spark was selected as the core data processing tool because it excels in large-scale distributed data processing.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ransformations included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: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146050" y="97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40">
                <a:latin typeface="Comfortaa"/>
                <a:ea typeface="Comfortaa"/>
                <a:cs typeface="Comfortaa"/>
                <a:sym typeface="Comfortaa"/>
              </a:rPr>
              <a:t>6</a:t>
            </a:r>
            <a:r>
              <a:rPr lang="en" sz="2840">
                <a:latin typeface="Comfortaa"/>
                <a:ea typeface="Comfortaa"/>
                <a:cs typeface="Comfortaa"/>
                <a:sym typeface="Comfortaa"/>
              </a:rPr>
              <a:t>. Data Modelling (Business)</a:t>
            </a:r>
            <a:endParaRPr sz="284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447275" y="3096300"/>
            <a:ext cx="8464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The business logic for the project focused on creating tables that serve specific analytical purposes, such as: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1. Top-rated books per year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2. Most-reviewed books per year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3. Most-rated books per year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4. Correlation Analysis: A table summarizing the correlation coefficients between various numerical attributes in the dataset, specifically: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- Correlation between Average Rating and Number of Pages.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- Correlation between Average Rating and Publication Year.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125" y="728850"/>
            <a:ext cx="5168925" cy="229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7. Conclusion &amp; Recommendation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4613425" y="1152425"/>
            <a:ext cx="421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Recommendations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Scalability for real-time analytics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, process real-time data from Goodreads.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Integrate with a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dditional data sources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, such as social media to provide deeper insights into user preferences and book trends.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Visualization tools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could be used to make insights.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311700" y="1152425"/>
            <a:ext cx="4260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Conclusion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The project has successfully implemented Docker, Apache Airflow, Apache Spark to process the Goodreads data efficiently.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Based on the Analysis the outcomes are :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 Generate valuable insights into reading trends, including the most reviewed books, top rated books, most rated books.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-The project enhances the reading experience for users, helping readers discover books aligned with readers preferences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-The analysis offers actionable recommendations for authors and publishers, helping them understand audience preferences and market dynamics.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28387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:)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